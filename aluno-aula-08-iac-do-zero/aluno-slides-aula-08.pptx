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esar-branc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40080"/>
            <a:ext cx="1737360" cy="15616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29718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CIÊNCIA DA COMPUTAÇÃO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777240" y="32918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Engenharia de Dados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777240" y="422452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08 — Exercício 02: </a:t>
            </a:r>
            <a:pPr indent="0" marL="0">
              <a:buNone/>
            </a:pPr>
            <a:r>
              <a:rPr lang="en-US" sz="2000" b="1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zero</a:t>
            </a:r>
            <a:pPr indent="0" marL="0">
              <a:buNone/>
            </a:pPr>
            <a:r>
              <a:rPr lang="en-US" sz="2000" b="1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em Terraform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777240" y="4800600"/>
            <a:ext cx="1280160" cy="45720"/>
          </a:xfrm>
          <a:prstGeom prst="rect">
            <a:avLst/>
          </a:prstGeom>
          <a:solidFill>
            <a:srgbClr val="F15A22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60350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Carlos Diego Cavalcanti Pereira  ·  Graduação em Ciência da Computação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419088"/>
            <a:ext cx="10634472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Engenharia de Dados · Aula 08 — CESAR School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497312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777240" y="475488"/>
            <a:ext cx="9354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ENUNCIADO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749808"/>
            <a:ext cx="10634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você vai construir hoje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777240" y="1481328"/>
            <a:ext cx="54864" cy="1234440"/>
          </a:xfrm>
          <a:prstGeom prst="rect">
            <a:avLst/>
          </a:prstGeom>
          <a:solidFill>
            <a:srgbClr val="F15A22"/>
          </a:solidFill>
          <a:ln/>
        </p:spPr>
      </p:sp>
      <p:sp>
        <p:nvSpPr>
          <p:cNvPr id="8" name="Text 6"/>
          <p:cNvSpPr/>
          <p:nvPr/>
        </p:nvSpPr>
        <p:spPr>
          <a:xfrm>
            <a:off x="1033272" y="1481328"/>
            <a:ext cx="103601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Aula 07 você viu o lake subir nas duas ferramentas. Agora você o constrói do zero, só em Terraform: declara o schema, registra as partições, põe um teto que você mediu, e prova que o destroy não deixa nada de pé — escrevendo por que escolheu cada coisa.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77240" y="3035808"/>
            <a:ext cx="50292" cy="1051560"/>
          </a:xfrm>
          <a:prstGeom prst="rect">
            <a:avLst/>
          </a:prstGeom>
          <a:solidFill>
            <a:srgbClr val="F15A22"/>
          </a:solidFill>
          <a:ln/>
        </p:spPr>
      </p:sp>
      <p:sp>
        <p:nvSpPr>
          <p:cNvPr id="10" name="Text 8"/>
          <p:cNvSpPr/>
          <p:nvPr/>
        </p:nvSpPr>
        <p:spPr>
          <a:xfrm>
            <a:off x="978408" y="3035808"/>
            <a:ext cx="10360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DIFERENÇA EM RELAÇÃO AO LAB 02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78408" y="3310128"/>
            <a:ext cx="10360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lab subiu o lake pronto, com UMA partição e o teto já escolhido. Aqui: você registra ao menos TRÊS partições (uma de hoje), escolhe o teto a partir de uma MEDIÇÃO sua, e justifica cinco decisões. Não é “refaça o lab em Terraform” — é decidir o que o lab decidiu por você.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419088"/>
            <a:ext cx="10634472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Engenharia de Dados · Aula 08 — CESAR School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497312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777240" y="475488"/>
            <a:ext cx="9354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CRITÉRIOS DE ACEITE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749808"/>
            <a:ext cx="10634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rubrica — pública, e não muda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777240" y="1481328"/>
            <a:ext cx="10634472" cy="38404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8" name="Text 6"/>
          <p:cNvSpPr/>
          <p:nvPr/>
        </p:nvSpPr>
        <p:spPr>
          <a:xfrm>
            <a:off x="886968" y="156362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435608" y="1563624"/>
            <a:ext cx="7360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CRITÉRIO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933688" y="1563624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PESO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77240" y="1865376"/>
            <a:ext cx="10634472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6968" y="1956816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435608" y="1956816"/>
            <a:ext cx="7333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Terraform, schema declarado, sem Crawler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933688" y="195681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77240" y="2286000"/>
            <a:ext cx="10634472" cy="420624"/>
          </a:xfrm>
          <a:prstGeom prst="rect">
            <a:avLst/>
          </a:prstGeom>
          <a:solidFill>
            <a:srgbClr val="FCFCFC"/>
          </a:solidFill>
          <a:ln w="9525">
            <a:solidFill>
              <a:srgbClr val="E8E8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86968" y="237744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435608" y="2377440"/>
            <a:ext cx="7333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cinco outputs de contrato preenchidos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933688" y="23774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77240" y="2706624"/>
            <a:ext cx="10634472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86968" y="2798064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435608" y="2798064"/>
            <a:ext cx="7333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declarado (≥8 colunas) e partição dt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933688" y="279806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77240" y="3127248"/>
            <a:ext cx="10634472" cy="420624"/>
          </a:xfrm>
          <a:prstGeom prst="rect">
            <a:avLst/>
          </a:prstGeom>
          <a:solidFill>
            <a:srgbClr val="FCFCFC"/>
          </a:solidFill>
          <a:ln w="9525">
            <a:solidFill>
              <a:srgbClr val="E8E8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86968" y="3218688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435608" y="3218688"/>
            <a:ext cx="7333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≥3 partições, uma de hoje, location correta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933688" y="321868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77240" y="3547872"/>
            <a:ext cx="10634472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86968" y="3639312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435608" y="3639312"/>
            <a:ext cx="7333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teto mata a larga e deixa passar a estreita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933688" y="363931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77240" y="3968496"/>
            <a:ext cx="10634472" cy="420624"/>
          </a:xfrm>
          <a:prstGeom prst="rect">
            <a:avLst/>
          </a:prstGeom>
          <a:solidFill>
            <a:srgbClr val="FCFCFC"/>
          </a:solidFill>
          <a:ln w="9525">
            <a:solidFill>
              <a:srgbClr val="E8E8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86968" y="4059936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435608" y="4059936"/>
            <a:ext cx="7333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destroy limpo, sem recurso órfão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933688" y="405993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77240" y="4389120"/>
            <a:ext cx="10634472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86968" y="448056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435608" y="4480560"/>
            <a:ext cx="7333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DECISOES.md: uma justificativa por decisão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933688" y="44805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419088"/>
            <a:ext cx="10634472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Engenharia de Dados · Aula 08 — CESAR School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497312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777240" y="475488"/>
            <a:ext cx="9354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REGRAS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749808"/>
            <a:ext cx="10634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Repositório, estado, tags, orçamento, entrega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777240" y="1577340"/>
            <a:ext cx="100584" cy="100584"/>
          </a:xfrm>
          <a:prstGeom prst="rect">
            <a:avLst/>
          </a:prstGeom>
          <a:solidFill>
            <a:srgbClr val="F15A22"/>
          </a:solidFill>
          <a:ln/>
        </p:spPr>
      </p:sp>
      <p:sp>
        <p:nvSpPr>
          <p:cNvPr id="8" name="Text 6"/>
          <p:cNvSpPr/>
          <p:nvPr/>
        </p:nvSpPr>
        <p:spPr>
          <a:xfrm>
            <a:off x="1014984" y="1527048"/>
            <a:ext cx="103967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 LOCAL, de propósito — não há backend.tf. O tfstate fica no seu laptop, e a dor é o gancho do Ciclo 3. Não comite o tfstate.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77240" y="2235708"/>
            <a:ext cx="100584" cy="100584"/>
          </a:xfrm>
          <a:prstGeom prst="rect">
            <a:avLst/>
          </a:prstGeom>
          <a:solidFill>
            <a:srgbClr val="F15A22"/>
          </a:solidFill>
          <a:ln/>
        </p:spPr>
      </p:sp>
      <p:sp>
        <p:nvSpPr>
          <p:cNvPr id="10" name="Text 8"/>
          <p:cNvSpPr/>
          <p:nvPr/>
        </p:nvSpPr>
        <p:spPr>
          <a:xfrm>
            <a:off x="1014984" y="2185416"/>
            <a:ext cx="103967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Tags via default_tags no provider (já pronto) — não ponha tag recurso a recurso.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77240" y="2894076"/>
            <a:ext cx="100584" cy="100584"/>
          </a:xfrm>
          <a:prstGeom prst="rect">
            <a:avLst/>
          </a:prstGeom>
          <a:solidFill>
            <a:srgbClr val="F15A22"/>
          </a:solidFill>
          <a:ln/>
        </p:spPr>
      </p:sp>
      <p:sp>
        <p:nvSpPr>
          <p:cNvPr id="12" name="Text 10"/>
          <p:cNvSpPr/>
          <p:nvPr/>
        </p:nvSpPr>
        <p:spPr>
          <a:xfrm>
            <a:off x="1014984" y="2843784"/>
            <a:ext cx="103967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Orçamento: custo teto US$ 1,00. Nada cobra por hora ligada; ainda assim, destroy ao fim.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77240" y="3552444"/>
            <a:ext cx="100584" cy="100584"/>
          </a:xfrm>
          <a:prstGeom prst="rect">
            <a:avLst/>
          </a:prstGeom>
          <a:solidFill>
            <a:srgbClr val="F15A22"/>
          </a:solidFill>
          <a:ln/>
        </p:spPr>
      </p:sp>
      <p:sp>
        <p:nvSpPr>
          <p:cNvPr id="14" name="Text 12"/>
          <p:cNvSpPr/>
          <p:nvPr/>
        </p:nvSpPr>
        <p:spPr>
          <a:xfrm>
            <a:off x="1014984" y="3502152"/>
            <a:ext cx="103967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Entrega: PR com a pasta terraform/, o terraform.tfvars, o DECISOES.md e a saída do verifica.sh colada.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419088"/>
            <a:ext cx="10634472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Engenharia de Dados · Aula 08 — CESAR School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497312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777240" y="475488"/>
            <a:ext cx="9354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IMPLEMENTAÇÃO ASSISTIDA · 55 MIN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749808"/>
            <a:ext cx="10634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três checkpoints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777240" y="1755648"/>
            <a:ext cx="30327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05256" y="1901952"/>
            <a:ext cx="2776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min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05256" y="2322576"/>
            <a:ext cx="277672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 apply passou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810000" y="1755648"/>
            <a:ext cx="76809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578096" y="1755648"/>
            <a:ext cx="30327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6112" y="1901952"/>
            <a:ext cx="2776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min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706112" y="2322576"/>
            <a:ext cx="277672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consulta responde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610856" y="1755648"/>
            <a:ext cx="76809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8378952" y="1755648"/>
            <a:ext cx="3032760" cy="1554480"/>
          </a:xfrm>
          <a:prstGeom prst="rect">
            <a:avLst/>
          </a:prstGeom>
          <a:solidFill>
            <a:srgbClr val="FDECE4"/>
          </a:solidFill>
          <a:ln w="19050">
            <a:solidFill>
              <a:srgbClr val="F15A2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06968" y="1901952"/>
            <a:ext cx="2776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 min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506968" y="2322576"/>
            <a:ext cx="277672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verifica.sh verde e PR aberto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77240" y="3630168"/>
            <a:ext cx="50292" cy="640080"/>
          </a:xfrm>
          <a:prstGeom prst="rect">
            <a:avLst/>
          </a:prstGeom>
          <a:solidFill>
            <a:srgbClr val="F15A22"/>
          </a:solidFill>
          <a:ln/>
        </p:spPr>
      </p:sp>
      <p:sp>
        <p:nvSpPr>
          <p:cNvPr id="19" name="Text 17"/>
          <p:cNvSpPr/>
          <p:nvPr/>
        </p:nvSpPr>
        <p:spPr>
          <a:xfrm>
            <a:off x="978408" y="3630168"/>
            <a:ext cx="103601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estiver fora de um checkpoint levanta a mão ali, não aos 85 minutos. Eu circulo o tempo todo.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419088"/>
            <a:ext cx="10634472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Engenharia de Dados · Aula 08 — CESAR School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497312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777240" y="475488"/>
            <a:ext cx="9354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VERIFICAÇÃO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749808"/>
            <a:ext cx="10634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Rode o verifica.sh antes de entregar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777240" y="1572768"/>
            <a:ext cx="10634472" cy="1572768"/>
          </a:xfrm>
          <a:prstGeom prst="rect">
            <a:avLst/>
          </a:prstGeom>
          <a:solidFill>
            <a:srgbClr val="F2F2F2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700784"/>
            <a:ext cx="10268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verificacao &amp;&amp; ./verifica.sh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05840" y="2029968"/>
            <a:ext cx="10268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PASSA  [1]  (10%)  os cinco outputs existem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005840" y="2359152"/>
            <a:ext cx="10268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PASSA  [2]  (25%)  schema com 9 colunas e partição dt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005840" y="2688336"/>
            <a:ext cx="10268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PASSA  [4]  (15%)  a larga foi barrada, a estreita passou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77240" y="3310128"/>
            <a:ext cx="50292" cy="777240"/>
          </a:xfrm>
          <a:prstGeom prst="rect">
            <a:avLst/>
          </a:prstGeom>
          <a:solidFill>
            <a:srgbClr val="F15A22"/>
          </a:solidFill>
          <a:ln/>
        </p:spPr>
      </p:sp>
      <p:sp>
        <p:nvSpPr>
          <p:cNvPr id="13" name="Text 11"/>
          <p:cNvSpPr/>
          <p:nvPr/>
        </p:nvSpPr>
        <p:spPr>
          <a:xfrm>
            <a:off x="978408" y="3310128"/>
            <a:ext cx="10360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nota não é surpresa: o script testa os mesmos critérios da rubrica e imprime um bloco de evidência para você colar no PR. Se o critério 4 falhar, seu teto está alto demais para o volume que você subiu.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419088"/>
            <a:ext cx="10634472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Engenharia de Dados · Aula 08 — CESAR School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497312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777240" y="475488"/>
            <a:ext cx="9354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LIMPEZA E ENTREGA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749808"/>
            <a:ext cx="10634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Derrube tudo, prove que ficou limpo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777240" y="1572768"/>
            <a:ext cx="10634472" cy="1243584"/>
          </a:xfrm>
          <a:prstGeom prst="rect">
            <a:avLst/>
          </a:prstGeom>
          <a:solidFill>
            <a:srgbClr val="F2F2F2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700784"/>
            <a:ext cx="10268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terraform &amp;&amp; terraform destroy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05840" y="2029968"/>
            <a:ext cx="10268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../verificacao &amp;&amp; ./verifica.sh --pos-destroy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005840" y="2359152"/>
            <a:ext cx="10268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15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PASSA  [5]  (15%)  nenhum bucket órfão.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77240" y="3086100"/>
            <a:ext cx="100584" cy="100584"/>
          </a:xfrm>
          <a:prstGeom prst="rect">
            <a:avLst/>
          </a:prstGeom>
          <a:solidFill>
            <a:srgbClr val="F15A22"/>
          </a:solidFill>
          <a:ln/>
        </p:spPr>
      </p:sp>
      <p:sp>
        <p:nvSpPr>
          <p:cNvPr id="12" name="Text 10"/>
          <p:cNvSpPr/>
          <p:nvPr/>
        </p:nvSpPr>
        <p:spPr>
          <a:xfrm>
            <a:off x="1014984" y="3035808"/>
            <a:ext cx="10396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Bucket órfão derruba o critério 5 inteiro (15%) — o S3 não deixa apagar bucket com objeto dentro.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" y="3543300"/>
            <a:ext cx="100584" cy="100584"/>
          </a:xfrm>
          <a:prstGeom prst="rect">
            <a:avLst/>
          </a:prstGeom>
          <a:solidFill>
            <a:srgbClr val="F15A22"/>
          </a:solidFill>
          <a:ln/>
        </p:spPr>
      </p:sp>
      <p:sp>
        <p:nvSpPr>
          <p:cNvPr id="14" name="Text 12"/>
          <p:cNvSpPr/>
          <p:nvPr/>
        </p:nvSpPr>
        <p:spPr>
          <a:xfrm>
            <a:off x="1014984" y="3493008"/>
            <a:ext cx="10396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 com terraform/, tfvars, DECISOES.md e a saída do verifica.sh. Sem o tfstate.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419088"/>
            <a:ext cx="10634472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Engenharia de Dados · Aula 08 — CESAR School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497312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777240" y="475488"/>
            <a:ext cx="9354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FECHAMENTO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749808"/>
            <a:ext cx="10634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Erros comuns e o gancho do Ciclo 3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777240" y="1577340"/>
            <a:ext cx="100584" cy="100584"/>
          </a:xfrm>
          <a:prstGeom prst="rect">
            <a:avLst/>
          </a:prstGeom>
          <a:solidFill>
            <a:srgbClr val="F15A22"/>
          </a:solidFill>
          <a:ln/>
        </p:spPr>
      </p:sp>
      <p:sp>
        <p:nvSpPr>
          <p:cNvPr id="8" name="Text 6"/>
          <p:cNvSpPr/>
          <p:nvPr/>
        </p:nvSpPr>
        <p:spPr>
          <a:xfrm>
            <a:off x="1014984" y="1527048"/>
            <a:ext cx="103967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 de partição que não bate com a chave no S3: zero linhas, sem erro — critérios 3 e 4 caem juntos.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77240" y="2089404"/>
            <a:ext cx="100584" cy="100584"/>
          </a:xfrm>
          <a:prstGeom prst="rect">
            <a:avLst/>
          </a:prstGeom>
          <a:solidFill>
            <a:srgbClr val="F15A22"/>
          </a:solidFill>
          <a:ln/>
        </p:spPr>
      </p:sp>
      <p:sp>
        <p:nvSpPr>
          <p:cNvPr id="10" name="Text 8"/>
          <p:cNvSpPr/>
          <p:nvPr/>
        </p:nvSpPr>
        <p:spPr>
          <a:xfrm>
            <a:off x="1014984" y="2039112"/>
            <a:ext cx="103967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teto acima do volume que você subiu: o freio nunca toca.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77240" y="2601468"/>
            <a:ext cx="100584" cy="100584"/>
          </a:xfrm>
          <a:prstGeom prst="rect">
            <a:avLst/>
          </a:prstGeom>
          <a:solidFill>
            <a:srgbClr val="F15A22"/>
          </a:solidFill>
          <a:ln/>
        </p:spPr>
      </p:sp>
      <p:sp>
        <p:nvSpPr>
          <p:cNvPr id="12" name="Text 10"/>
          <p:cNvSpPr/>
          <p:nvPr/>
        </p:nvSpPr>
        <p:spPr>
          <a:xfrm>
            <a:off x="1014984" y="2551176"/>
            <a:ext cx="103967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tfstate comitado no PR: não faça — ele guarda IDs e é do seu laptop.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" y="3291840"/>
            <a:ext cx="50292" cy="868680"/>
          </a:xfrm>
          <a:prstGeom prst="rect">
            <a:avLst/>
          </a:prstGeom>
          <a:solidFill>
            <a:srgbClr val="F15A22"/>
          </a:solidFill>
          <a:ln/>
        </p:spPr>
      </p:sp>
      <p:sp>
        <p:nvSpPr>
          <p:cNvPr id="14" name="Text 12"/>
          <p:cNvSpPr/>
          <p:nvPr/>
        </p:nvSpPr>
        <p:spPr>
          <a:xfrm>
            <a:off x="978408" y="3291840"/>
            <a:ext cx="10360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GANCHO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78408" y="3566160"/>
            <a:ext cx="103601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Você acabou de sentir a dor do tfstate no laptop: uma máquina só, sem trava, sem backup. A cura — estado remoto em S3 com trava em DynamoDB — é o Ciclo 3, que começa na próxima aula. O gabarito sai depois do prazo e comparamos em aula.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2026-07-19T04:01:49Z</dcterms:created>
  <dcterms:modified xsi:type="dcterms:W3CDTF">2026-07-19T04:01:49Z</dcterms:modified>
</cp:coreProperties>
</file>