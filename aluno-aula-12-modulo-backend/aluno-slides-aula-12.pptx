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esar-bran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737360" cy="1561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971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DA COMPUTAÇÃO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77240" y="422452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12 — Exercício 03: refatorar, com </a:t>
            </a:r>
            <a:pPr indent="0" marL="0">
              <a:buNone/>
            </a:pPr>
            <a:r>
              <a:rPr lang="en-US" sz="20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limpo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77240" y="4800600"/>
            <a:ext cx="1280160" cy="4572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Carlos Diego Cavalcanti Pereira  ·  Graduação em Ciência da Computação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ENUNCIADO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vai fazer hoje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54864" cy="123444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1481328"/>
            <a:ext cx="103601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Pegue a stack plana do ponto de partida e transforme-a em módulo + backend remoto + workspace, com uma regra dura: o terraform plan no fim tem que dizer “No changes”. Mesma infraestrutura, código diferente, zero recurso recriado.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3035808"/>
            <a:ext cx="50292" cy="109728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978408" y="3035808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É DIFERENTE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3310128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é fácil de provar: existe ou não. Refatorar é traiçoeiro: embrulhar num módulo muda o ENDEREÇO de cada recurso no estado, e o Terraform, se você deixar, destrói e recria tudo. O ofício é mudar o código sem que a AWS perceba. A ferramenta é terraform state mv; a prova é o plan limpo.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ACEITE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 limpo é o coração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481328"/>
            <a:ext cx="10634472" cy="3840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5636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35608" y="1563624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16568" y="156362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1865376"/>
            <a:ext cx="106344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95681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35608" y="1956816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+ backend remoto + workspace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16568" y="19568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267712"/>
            <a:ext cx="10634472" cy="402336"/>
          </a:xfrm>
          <a:prstGeom prst="rect">
            <a:avLst/>
          </a:prstGeom>
          <a:solidFill>
            <a:srgbClr val="FDECE4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3591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2359152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LIMPO — 0 add, 0 change, 0 destroy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16568" y="23591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2670048"/>
            <a:ext cx="106344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" y="276148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35608" y="2761488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no backend remoto (não local)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16568" y="27614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3072384"/>
            <a:ext cx="10634472" cy="402336"/>
          </a:xfrm>
          <a:prstGeom prst="rect">
            <a:avLst/>
          </a:prstGeom>
          <a:solidFill>
            <a:srgbClr val="FCFC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316382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35608" y="3163824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workspace nomeado em uso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16568" y="316382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474720"/>
            <a:ext cx="106344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5661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435608" y="3566160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cinco outputs de contrato preservados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16568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3877056"/>
            <a:ext cx="10634472" cy="402336"/>
          </a:xfrm>
          <a:prstGeom prst="rect">
            <a:avLst/>
          </a:prstGeom>
          <a:solidFill>
            <a:srgbClr val="FCFCFC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39684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35608" y="3968496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 limpo, sem órfão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16568" y="39684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4279392"/>
            <a:ext cx="10634472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" y="43708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35608" y="4370832"/>
            <a:ext cx="7516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DECISOES.md: uma justificativa por decisão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16568" y="4370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estado, entrega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734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" y="1527048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Mova o estado ANTES de aplicar. Aplicar após embrulhar no módulo recria tudo.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21742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2167128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os nomes dos recursos — renomear vira recriação, e o plan não fecha.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85750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2807208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backend é o compartilhado da disciplina; não é deste exercício e sobrevive ao destroy.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49758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1014984" y="3447288"/>
            <a:ext cx="10396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com a pasta refatorada, o DECISOES.md e a saída do verifica.sh. Sem tfstate, sem backend.hcl.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ASSISTIDA · 55 MIN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checkpoints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3032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5256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plana aplicada, código já em módulo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0" y="1755648"/>
            <a:ext cx="768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8096" y="1755648"/>
            <a:ext cx="3032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6112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6112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limpo depois do state mv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10856" y="1755648"/>
            <a:ext cx="768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78952" y="1755648"/>
            <a:ext cx="3032760" cy="1554480"/>
          </a:xfrm>
          <a:prstGeom prst="rect">
            <a:avLst/>
          </a:prstGeom>
          <a:solidFill>
            <a:srgbClr val="FDECE4"/>
          </a:solidFill>
          <a:ln w="19050">
            <a:solidFill>
              <a:srgbClr val="F15A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6968" y="1901952"/>
            <a:ext cx="2776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6968" y="2322576"/>
            <a:ext cx="27767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no backend, verifica verde, PR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630168"/>
            <a:ext cx="50292" cy="64008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3630168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estiver fora de um checkpoint levanta a mão ali. O momento crítico é o do minuto 40 — o plan limpo.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OPERAÇÃO-CHAVE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state mv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D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Embrulhar no módulo muda o endereço; o state mv avisa o Terraform que é o mesmo recurso.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1892808"/>
            <a:ext cx="10634472" cy="2313432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208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antes: o plan quer destruir e recriar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637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Plan: 6 to add, 0 to change, 6 to destroy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7066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state mv aws_s3_bucket.lake \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0495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module.lake.aws_s3_bucket.lake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3924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depois: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3532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changes. Your infrastructure matches the configuration.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343400"/>
            <a:ext cx="50292" cy="68580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" y="4343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state mv não chama a AWS: ele reescreve o mapa (o estado), não o território (a infra). É cirurgia de endereço.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VERIFICAÇÃO E LIMPEZA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o plan limpo, depois derrube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10634472" cy="1627632"/>
          </a:xfrm>
          <a:prstGeom prst="rect">
            <a:avLst/>
          </a:prstGeom>
          <a:solidFill>
            <a:srgbClr val="F2F2F2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0078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verificacao &amp;&amp; ./verifica.sh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4368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5A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  [1]  (30%)  No changes — a refatoração não recriou nada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8658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../terraform &amp;&amp; terraform destroy -var="sufixo=$SUFIXO"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729484"/>
            <a:ext cx="10268712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../verificacao &amp;&amp; ./verifica.sh --pos-destroy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433572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" y="3383280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critério 1 (plan limpo) vale 30% — rode antes de entregar.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854196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5" name="Text 13"/>
          <p:cNvSpPr/>
          <p:nvPr/>
        </p:nvSpPr>
        <p:spPr>
          <a:xfrm>
            <a:off x="1014984" y="3803904"/>
            <a:ext cx="10396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destroy derruba a sua stack; o backend compartilhado continua de pé.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19088"/>
            <a:ext cx="10634472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· Aula 12 — CESAR School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97312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475488"/>
            <a:ext cx="9354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749808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plan limpo prova — e o que não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1577340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8" name="Text 6"/>
          <p:cNvSpPr/>
          <p:nvPr/>
        </p:nvSpPr>
        <p:spPr>
          <a:xfrm>
            <a:off x="1014984" y="1527048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Prova: você reorganizou o código e migrou o estado sem recriar nada.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089404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2039112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prova: que não há drift — o plan diz que o código bate com o estado, não com a realidade.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601468"/>
            <a:ext cx="100584" cy="100584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14984" y="2551176"/>
            <a:ext cx="10396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conhecer terraform state mv: a cirurgia de estado que todo refactor precisa.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0292" cy="868680"/>
          </a:xfrm>
          <a:prstGeom prst="rect">
            <a:avLst/>
          </a:prstGeom>
          <a:solidFill>
            <a:srgbClr val="F15A2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3291840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15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 AV1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8408" y="35661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stack — módulo + backend + workspace, com plan limpo — é a que entra na Parte 1 do projeto. O que você fez hoje é o alicerce da entrega de Terraform.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2026-07-19T13:29:06Z</dcterms:created>
  <dcterms:modified xsi:type="dcterms:W3CDTF">2026-07-19T13:29:06Z</dcterms:modified>
</cp:coreProperties>
</file>